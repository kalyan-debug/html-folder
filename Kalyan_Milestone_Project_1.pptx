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CCE14-AB6A-4754-A567-F2748BB5F5FF}" v="90" dt="2026-03-22T12:52:43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8" d="100"/>
          <a:sy n="28" d="100"/>
        </p:scale>
        <p:origin x="-58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ati kalyan" userId="208b16bcebbf39fd" providerId="LiveId" clId="{E840B793-BED8-4626-86AC-33A74F471B02}"/>
    <pc:docChg chg="undo custSel addSld delSld modSld sldOrd">
      <pc:chgData name="erati kalyan" userId="208b16bcebbf39fd" providerId="LiveId" clId="{E840B793-BED8-4626-86AC-33A74F471B02}" dt="2026-03-22T12:53:02.841" v="1234" actId="113"/>
      <pc:docMkLst>
        <pc:docMk/>
      </pc:docMkLst>
      <pc:sldChg chg="modSp mod">
        <pc:chgData name="erati kalyan" userId="208b16bcebbf39fd" providerId="LiveId" clId="{E840B793-BED8-4626-86AC-33A74F471B02}" dt="2026-03-22T11:50:42.446" v="31" actId="20577"/>
        <pc:sldMkLst>
          <pc:docMk/>
          <pc:sldMk cId="0" sldId="256"/>
        </pc:sldMkLst>
        <pc:spChg chg="mod">
          <ac:chgData name="erati kalyan" userId="208b16bcebbf39fd" providerId="LiveId" clId="{E840B793-BED8-4626-86AC-33A74F471B02}" dt="2026-03-22T11:49:06.038" v="5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erati kalyan" userId="208b16bcebbf39fd" providerId="LiveId" clId="{E840B793-BED8-4626-86AC-33A74F471B02}" dt="2026-03-22T11:50:26.832" v="27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erati kalyan" userId="208b16bcebbf39fd" providerId="LiveId" clId="{E840B793-BED8-4626-86AC-33A74F471B02}" dt="2026-03-22T11:50:42.446" v="31" actId="20577"/>
          <ac:spMkLst>
            <pc:docMk/>
            <pc:sldMk cId="0" sldId="256"/>
            <ac:spMk id="27" creationId="{AC6C53BF-3850-6683-E07F-D595EC8B02B2}"/>
          </ac:spMkLst>
        </pc:spChg>
        <pc:grpChg chg="mod">
          <ac:chgData name="erati kalyan" userId="208b16bcebbf39fd" providerId="LiveId" clId="{E840B793-BED8-4626-86AC-33A74F471B02}" dt="2026-03-22T11:49:42.972" v="7" actId="1076"/>
          <ac:grpSpMkLst>
            <pc:docMk/>
            <pc:sldMk cId="0" sldId="256"/>
            <ac:grpSpMk id="19" creationId="{00000000-0000-0000-0000-000000000000}"/>
          </ac:grpSpMkLst>
        </pc:grpChg>
        <pc:picChg chg="mod">
          <ac:chgData name="erati kalyan" userId="208b16bcebbf39fd" providerId="LiveId" clId="{E840B793-BED8-4626-86AC-33A74F471B02}" dt="2026-03-22T11:49:05.364" v="4" actId="1076"/>
          <ac:picMkLst>
            <pc:docMk/>
            <pc:sldMk cId="0" sldId="256"/>
            <ac:picMk id="23" creationId="{1194AAA3-5CF4-E695-04C9-0894FFF6F1F1}"/>
          </ac:picMkLst>
        </pc:picChg>
      </pc:sldChg>
      <pc:sldChg chg="addSp delSp modSp mod">
        <pc:chgData name="erati kalyan" userId="208b16bcebbf39fd" providerId="LiveId" clId="{E840B793-BED8-4626-86AC-33A74F471B02}" dt="2026-03-22T11:53:55.565" v="73"/>
        <pc:sldMkLst>
          <pc:docMk/>
          <pc:sldMk cId="0" sldId="257"/>
        </pc:sldMkLst>
        <pc:spChg chg="mod">
          <ac:chgData name="erati kalyan" userId="208b16bcebbf39fd" providerId="LiveId" clId="{E840B793-BED8-4626-86AC-33A74F471B02}" dt="2026-03-22T11:53:37.302" v="71"/>
          <ac:spMkLst>
            <pc:docMk/>
            <pc:sldMk cId="0" sldId="257"/>
            <ac:spMk id="3" creationId="{837E9E58-77B6-079D-9D0D-E380CADAD23D}"/>
          </ac:spMkLst>
        </pc:spChg>
        <pc:spChg chg="add del mod">
          <ac:chgData name="erati kalyan" userId="208b16bcebbf39fd" providerId="LiveId" clId="{E840B793-BED8-4626-86AC-33A74F471B02}" dt="2026-03-22T11:52:44.666" v="59"/>
          <ac:spMkLst>
            <pc:docMk/>
            <pc:sldMk cId="0" sldId="257"/>
            <ac:spMk id="4" creationId="{24F89627-5436-11E5-848E-D4CEBB60AF68}"/>
          </ac:spMkLst>
        </pc:spChg>
        <pc:spChg chg="add">
          <ac:chgData name="erati kalyan" userId="208b16bcebbf39fd" providerId="LiveId" clId="{E840B793-BED8-4626-86AC-33A74F471B02}" dt="2026-03-22T11:52:29.584" v="54"/>
          <ac:spMkLst>
            <pc:docMk/>
            <pc:sldMk cId="0" sldId="257"/>
            <ac:spMk id="5" creationId="{E0E2F68B-15BC-767C-3004-FCE467B5D72F}"/>
          </ac:spMkLst>
        </pc:spChg>
        <pc:spChg chg="add del mod">
          <ac:chgData name="erati kalyan" userId="208b16bcebbf39fd" providerId="LiveId" clId="{E840B793-BED8-4626-86AC-33A74F471B02}" dt="2026-03-22T11:52:44.667" v="61"/>
          <ac:spMkLst>
            <pc:docMk/>
            <pc:sldMk cId="0" sldId="257"/>
            <ac:spMk id="6" creationId="{6A041DB1-76AA-7E85-68E8-3363855210F2}"/>
          </ac:spMkLst>
        </pc:spChg>
        <pc:spChg chg="add del mod">
          <ac:chgData name="erati kalyan" userId="208b16bcebbf39fd" providerId="LiveId" clId="{E840B793-BED8-4626-86AC-33A74F471B02}" dt="2026-03-22T11:53:55.565" v="73"/>
          <ac:spMkLst>
            <pc:docMk/>
            <pc:sldMk cId="0" sldId="257"/>
            <ac:spMk id="7" creationId="{E8A5A6C6-3B5D-08FD-2672-D9FF9BA308B7}"/>
          </ac:spMkLst>
        </pc:spChg>
      </pc:sldChg>
      <pc:sldChg chg="addSp delSp modSp mod">
        <pc:chgData name="erati kalyan" userId="208b16bcebbf39fd" providerId="LiveId" clId="{E840B793-BED8-4626-86AC-33A74F471B02}" dt="2026-03-22T11:59:36.495" v="212"/>
        <pc:sldMkLst>
          <pc:docMk/>
          <pc:sldMk cId="0" sldId="258"/>
        </pc:sldMkLst>
        <pc:spChg chg="add">
          <ac:chgData name="erati kalyan" userId="208b16bcebbf39fd" providerId="LiveId" clId="{E840B793-BED8-4626-86AC-33A74F471B02}" dt="2026-03-22T11:56:39.389" v="164"/>
          <ac:spMkLst>
            <pc:docMk/>
            <pc:sldMk cId="0" sldId="258"/>
            <ac:spMk id="2" creationId="{7948E60B-E5BF-3530-42DA-5E37ACBDD006}"/>
          </ac:spMkLst>
        </pc:spChg>
        <pc:spChg chg="add del mod">
          <ac:chgData name="erati kalyan" userId="208b16bcebbf39fd" providerId="LiveId" clId="{E840B793-BED8-4626-86AC-33A74F471B02}" dt="2026-03-22T11:57:28.418" v="179"/>
          <ac:spMkLst>
            <pc:docMk/>
            <pc:sldMk cId="0" sldId="258"/>
            <ac:spMk id="3" creationId="{E21430C7-FF0B-A836-F8FE-B89C248ABBFF}"/>
          </ac:spMkLst>
        </pc:spChg>
        <pc:spChg chg="add del mod">
          <ac:chgData name="erati kalyan" userId="208b16bcebbf39fd" providerId="LiveId" clId="{E840B793-BED8-4626-86AC-33A74F471B02}" dt="2026-03-22T11:59:36.493" v="208"/>
          <ac:spMkLst>
            <pc:docMk/>
            <pc:sldMk cId="0" sldId="258"/>
            <ac:spMk id="4" creationId="{5F8F2C24-C16D-ED5B-3612-4F558C9C18F5}"/>
          </ac:spMkLst>
        </pc:spChg>
        <pc:spChg chg="add del mod">
          <ac:chgData name="erati kalyan" userId="208b16bcebbf39fd" providerId="LiveId" clId="{E840B793-BED8-4626-86AC-33A74F471B02}" dt="2026-03-22T11:59:36.494" v="210"/>
          <ac:spMkLst>
            <pc:docMk/>
            <pc:sldMk cId="0" sldId="258"/>
            <ac:spMk id="5" creationId="{1D6100F7-40BB-0DA7-27AE-C77DB0D26D81}"/>
          </ac:spMkLst>
        </pc:spChg>
        <pc:spChg chg="add del mod">
          <ac:chgData name="erati kalyan" userId="208b16bcebbf39fd" providerId="LiveId" clId="{E840B793-BED8-4626-86AC-33A74F471B02}" dt="2026-03-22T11:59:36.495" v="212"/>
          <ac:spMkLst>
            <pc:docMk/>
            <pc:sldMk cId="0" sldId="258"/>
            <ac:spMk id="6" creationId="{53C651EB-0DAF-B541-5875-E49B77F8C3F3}"/>
          </ac:spMkLst>
        </pc:spChg>
        <pc:spChg chg="add del mod">
          <ac:chgData name="erati kalyan" userId="208b16bcebbf39fd" providerId="LiveId" clId="{E840B793-BED8-4626-86AC-33A74F471B02}" dt="2026-03-22T11:59:27.125" v="206" actId="20577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erati kalyan" userId="208b16bcebbf39fd" providerId="LiveId" clId="{E840B793-BED8-4626-86AC-33A74F471B02}" dt="2026-03-22T12:00:08.491" v="218"/>
        <pc:sldMkLst>
          <pc:docMk/>
          <pc:sldMk cId="0" sldId="259"/>
        </pc:sldMkLst>
        <pc:spChg chg="mod">
          <ac:chgData name="erati kalyan" userId="208b16bcebbf39fd" providerId="LiveId" clId="{E840B793-BED8-4626-86AC-33A74F471B02}" dt="2026-03-22T12:00:08.491" v="218"/>
          <ac:spMkLst>
            <pc:docMk/>
            <pc:sldMk cId="0" sldId="259"/>
            <ac:spMk id="52" creationId="{056A0A3A-1541-5EC0-5370-02DA282ABDDE}"/>
          </ac:spMkLst>
        </pc:spChg>
      </pc:sldChg>
      <pc:sldChg chg="addSp delSp modSp mod">
        <pc:chgData name="erati kalyan" userId="208b16bcebbf39fd" providerId="LiveId" clId="{E840B793-BED8-4626-86AC-33A74F471B02}" dt="2026-03-22T12:10:02.619" v="304" actId="47"/>
        <pc:sldMkLst>
          <pc:docMk/>
          <pc:sldMk cId="0" sldId="260"/>
        </pc:sldMkLst>
        <pc:spChg chg="add del mod">
          <ac:chgData name="erati kalyan" userId="208b16bcebbf39fd" providerId="LiveId" clId="{E840B793-BED8-4626-86AC-33A74F471B02}" dt="2026-03-22T12:02:44.581" v="252"/>
          <ac:spMkLst>
            <pc:docMk/>
            <pc:sldMk cId="0" sldId="260"/>
            <ac:spMk id="2" creationId="{F8DCBF1C-4588-C4DC-57E2-604CFDBA46EB}"/>
          </ac:spMkLst>
        </pc:spChg>
        <pc:spChg chg="add del mod">
          <ac:chgData name="erati kalyan" userId="208b16bcebbf39fd" providerId="LiveId" clId="{E840B793-BED8-4626-86AC-33A74F471B02}" dt="2026-03-22T12:02:44.583" v="254"/>
          <ac:spMkLst>
            <pc:docMk/>
            <pc:sldMk cId="0" sldId="260"/>
            <ac:spMk id="3" creationId="{14330D80-E21C-A142-4107-2332CB578296}"/>
          </ac:spMkLst>
        </pc:spChg>
        <pc:spChg chg="add del mod">
          <ac:chgData name="erati kalyan" userId="208b16bcebbf39fd" providerId="LiveId" clId="{E840B793-BED8-4626-86AC-33A74F471B02}" dt="2026-03-22T12:02:44.584" v="256"/>
          <ac:spMkLst>
            <pc:docMk/>
            <pc:sldMk cId="0" sldId="260"/>
            <ac:spMk id="4" creationId="{65D4E62B-FC0F-91ED-5955-1ADD4411C023}"/>
          </ac:spMkLst>
        </pc:spChg>
        <pc:spChg chg="add del mod">
          <ac:chgData name="erati kalyan" userId="208b16bcebbf39fd" providerId="LiveId" clId="{E840B793-BED8-4626-86AC-33A74F471B02}" dt="2026-03-22T12:02:44.585" v="258"/>
          <ac:spMkLst>
            <pc:docMk/>
            <pc:sldMk cId="0" sldId="260"/>
            <ac:spMk id="5" creationId="{45E9B806-5A43-CAA9-40AA-F73E3A841D83}"/>
          </ac:spMkLst>
        </pc:spChg>
        <pc:spChg chg="add del mod">
          <ac:chgData name="erati kalyan" userId="208b16bcebbf39fd" providerId="LiveId" clId="{E840B793-BED8-4626-86AC-33A74F471B02}" dt="2026-03-22T12:02:44.586" v="260"/>
          <ac:spMkLst>
            <pc:docMk/>
            <pc:sldMk cId="0" sldId="260"/>
            <ac:spMk id="6" creationId="{FB8F3F05-E2AE-EC36-FCEB-EE2D8BDBC55D}"/>
          </ac:spMkLst>
        </pc:spChg>
        <pc:spChg chg="add del mod">
          <ac:chgData name="erati kalyan" userId="208b16bcebbf39fd" providerId="LiveId" clId="{E840B793-BED8-4626-86AC-33A74F471B02}" dt="2026-03-22T12:02:44.587" v="262"/>
          <ac:spMkLst>
            <pc:docMk/>
            <pc:sldMk cId="0" sldId="260"/>
            <ac:spMk id="7" creationId="{A8DB0F87-7F1C-9F06-F054-C039E9EBF009}"/>
          </ac:spMkLst>
        </pc:spChg>
        <pc:spChg chg="add del mod">
          <ac:chgData name="erati kalyan" userId="208b16bcebbf39fd" providerId="LiveId" clId="{E840B793-BED8-4626-86AC-33A74F471B02}" dt="2026-03-22T12:10:02.619" v="304" actId="47"/>
          <ac:spMkLst>
            <pc:docMk/>
            <pc:sldMk cId="0" sldId="260"/>
            <ac:spMk id="8" creationId="{8AA2ECD9-D1DC-E2FA-3617-81C1AFE97182}"/>
          </ac:spMkLst>
        </pc:spChg>
        <pc:spChg chg="add del mod">
          <ac:chgData name="erati kalyan" userId="208b16bcebbf39fd" providerId="LiveId" clId="{E840B793-BED8-4626-86AC-33A74F471B02}" dt="2026-03-22T12:09:36.319" v="298" actId="47"/>
          <ac:spMkLst>
            <pc:docMk/>
            <pc:sldMk cId="0" sldId="260"/>
            <ac:spMk id="9" creationId="{29056B8C-8B9D-5F14-CEB6-666D4B80178E}"/>
          </ac:spMkLst>
        </pc:spChg>
        <pc:spChg chg="mod">
          <ac:chgData name="erati kalyan" userId="208b16bcebbf39fd" providerId="LiveId" clId="{E840B793-BED8-4626-86AC-33A74F471B02}" dt="2026-03-22T12:04:07.325" v="276"/>
          <ac:spMkLst>
            <pc:docMk/>
            <pc:sldMk cId="0" sldId="260"/>
            <ac:spMk id="48" creationId="{E8F19716-1653-9AE0-442E-B3829A585B46}"/>
          </ac:spMkLst>
        </pc:spChg>
      </pc:sldChg>
      <pc:sldChg chg="addSp delSp modSp mod">
        <pc:chgData name="erati kalyan" userId="208b16bcebbf39fd" providerId="LiveId" clId="{E840B793-BED8-4626-86AC-33A74F471B02}" dt="2026-03-22T12:10:58.468" v="315" actId="1076"/>
        <pc:sldMkLst>
          <pc:docMk/>
          <pc:sldMk cId="0" sldId="261"/>
        </pc:sldMkLst>
        <pc:spChg chg="add">
          <ac:chgData name="erati kalyan" userId="208b16bcebbf39fd" providerId="LiveId" clId="{E840B793-BED8-4626-86AC-33A74F471B02}" dt="2026-03-22T12:08:57.050" v="281"/>
          <ac:spMkLst>
            <pc:docMk/>
            <pc:sldMk cId="0" sldId="261"/>
            <ac:spMk id="2" creationId="{77BA9B32-B810-F5B7-42EB-27B414ADD463}"/>
          </ac:spMkLst>
        </pc:spChg>
        <pc:spChg chg="add mod">
          <ac:chgData name="erati kalyan" userId="208b16bcebbf39fd" providerId="LiveId" clId="{E840B793-BED8-4626-86AC-33A74F471B02}" dt="2026-03-22T12:09:34.302" v="296"/>
          <ac:spMkLst>
            <pc:docMk/>
            <pc:sldMk cId="0" sldId="261"/>
            <ac:spMk id="3" creationId="{2F5D8008-D552-2695-573C-9A1DDBC43C77}"/>
          </ac:spMkLst>
        </pc:spChg>
        <pc:spChg chg="add mod">
          <ac:chgData name="erati kalyan" userId="208b16bcebbf39fd" providerId="LiveId" clId="{E840B793-BED8-4626-86AC-33A74F471B02}" dt="2026-03-22T12:09:33.840" v="295"/>
          <ac:spMkLst>
            <pc:docMk/>
            <pc:sldMk cId="0" sldId="261"/>
            <ac:spMk id="4" creationId="{DEDB0247-6D38-F7A2-E082-C407A42D5E20}"/>
          </ac:spMkLst>
        </pc:spChg>
        <pc:spChg chg="add mod">
          <ac:chgData name="erati kalyan" userId="208b16bcebbf39fd" providerId="LiveId" clId="{E840B793-BED8-4626-86AC-33A74F471B02}" dt="2026-03-22T12:09:33.539" v="294"/>
          <ac:spMkLst>
            <pc:docMk/>
            <pc:sldMk cId="0" sldId="261"/>
            <ac:spMk id="32" creationId="{C00518F0-6EB2-1438-C6FE-A6564F779AC5}"/>
          </ac:spMkLst>
        </pc:spChg>
        <pc:spChg chg="add mod">
          <ac:chgData name="erati kalyan" userId="208b16bcebbf39fd" providerId="LiveId" clId="{E840B793-BED8-4626-86AC-33A74F471B02}" dt="2026-03-22T12:09:32.947" v="293"/>
          <ac:spMkLst>
            <pc:docMk/>
            <pc:sldMk cId="0" sldId="261"/>
            <ac:spMk id="33" creationId="{D8CFCDDA-F4C8-1E4F-8F7C-775F0D8F773B}"/>
          </ac:spMkLst>
        </pc:spChg>
        <pc:spChg chg="add mod">
          <ac:chgData name="erati kalyan" userId="208b16bcebbf39fd" providerId="LiveId" clId="{E840B793-BED8-4626-86AC-33A74F471B02}" dt="2026-03-22T12:09:32.658" v="292"/>
          <ac:spMkLst>
            <pc:docMk/>
            <pc:sldMk cId="0" sldId="261"/>
            <ac:spMk id="34" creationId="{6C628A6A-5361-F4A5-0BDE-2AAEC113FD07}"/>
          </ac:spMkLst>
        </pc:spChg>
        <pc:spChg chg="add mod">
          <ac:chgData name="erati kalyan" userId="208b16bcebbf39fd" providerId="LiveId" clId="{E840B793-BED8-4626-86AC-33A74F471B02}" dt="2026-03-22T12:09:32.377" v="291"/>
          <ac:spMkLst>
            <pc:docMk/>
            <pc:sldMk cId="0" sldId="261"/>
            <ac:spMk id="35" creationId="{1B414792-8028-ECAC-40F0-70FEE56A9027}"/>
          </ac:spMkLst>
        </pc:spChg>
        <pc:spChg chg="add mod">
          <ac:chgData name="erati kalyan" userId="208b16bcebbf39fd" providerId="LiveId" clId="{E840B793-BED8-4626-86AC-33A74F471B02}" dt="2026-03-22T12:09:31.773" v="290"/>
          <ac:spMkLst>
            <pc:docMk/>
            <pc:sldMk cId="0" sldId="261"/>
            <ac:spMk id="36" creationId="{38A38836-BF98-22B5-B608-B0E14E10276E}"/>
          </ac:spMkLst>
        </pc:spChg>
        <pc:spChg chg="add mod">
          <ac:chgData name="erati kalyan" userId="208b16bcebbf39fd" providerId="LiveId" clId="{E840B793-BED8-4626-86AC-33A74F471B02}" dt="2026-03-22T12:10:01.852" v="303" actId="1076"/>
          <ac:spMkLst>
            <pc:docMk/>
            <pc:sldMk cId="0" sldId="261"/>
            <ac:spMk id="40" creationId="{CD424005-45F0-9487-8089-E764EEAFDA6D}"/>
          </ac:spMkLst>
        </pc:spChg>
        <pc:spChg chg="del mod">
          <ac:chgData name="erati kalyan" userId="208b16bcebbf39fd" providerId="LiveId" clId="{E840B793-BED8-4626-86AC-33A74F471B02}" dt="2026-03-22T12:10:42.305" v="310"/>
          <ac:spMkLst>
            <pc:docMk/>
            <pc:sldMk cId="0" sldId="261"/>
            <ac:spMk id="43" creationId="{25F9D4B0-38FE-DBA4-164D-1745B68379A5}"/>
          </ac:spMkLst>
        </pc:spChg>
        <pc:picChg chg="add mod">
          <ac:chgData name="erati kalyan" userId="208b16bcebbf39fd" providerId="LiveId" clId="{E840B793-BED8-4626-86AC-33A74F471B02}" dt="2026-03-22T12:10:58.468" v="315" actId="1076"/>
          <ac:picMkLst>
            <pc:docMk/>
            <pc:sldMk cId="0" sldId="261"/>
            <ac:picMk id="45" creationId="{7AC894A0-7887-1407-BAA9-DEE78149F066}"/>
          </ac:picMkLst>
        </pc:picChg>
      </pc:sldChg>
      <pc:sldChg chg="addSp modSp mod">
        <pc:chgData name="erati kalyan" userId="208b16bcebbf39fd" providerId="LiveId" clId="{E840B793-BED8-4626-86AC-33A74F471B02}" dt="2026-03-22T12:17:32.583" v="351" actId="20577"/>
        <pc:sldMkLst>
          <pc:docMk/>
          <pc:sldMk cId="0" sldId="262"/>
        </pc:sldMkLst>
        <pc:spChg chg="mod">
          <ac:chgData name="erati kalyan" userId="208b16bcebbf39fd" providerId="LiveId" clId="{E840B793-BED8-4626-86AC-33A74F471B02}" dt="2026-03-22T12:17:32.583" v="351" actId="20577"/>
          <ac:spMkLst>
            <pc:docMk/>
            <pc:sldMk cId="0" sldId="262"/>
            <ac:spMk id="50" creationId="{D04F3B99-A5D2-54DC-51CD-4E86A99D3EA2}"/>
          </ac:spMkLst>
        </pc:spChg>
        <pc:picChg chg="add mod">
          <ac:chgData name="erati kalyan" userId="208b16bcebbf39fd" providerId="LiveId" clId="{E840B793-BED8-4626-86AC-33A74F471B02}" dt="2026-03-22T12:17:09.531" v="334" actId="14100"/>
          <ac:picMkLst>
            <pc:docMk/>
            <pc:sldMk cId="0" sldId="262"/>
            <ac:picMk id="3" creationId="{A6A0880C-FE20-AFF7-B591-31BDE9B3773D}"/>
          </ac:picMkLst>
        </pc:picChg>
      </pc:sldChg>
      <pc:sldChg chg="modSp add del mod">
        <pc:chgData name="erati kalyan" userId="208b16bcebbf39fd" providerId="LiveId" clId="{E840B793-BED8-4626-86AC-33A74F471B02}" dt="2026-03-22T12:19:59.886" v="456" actId="20577"/>
        <pc:sldMkLst>
          <pc:docMk/>
          <pc:sldMk cId="0" sldId="263"/>
        </pc:sldMkLst>
        <pc:spChg chg="mod">
          <ac:chgData name="erati kalyan" userId="208b16bcebbf39fd" providerId="LiveId" clId="{E840B793-BED8-4626-86AC-33A74F471B02}" dt="2026-03-22T12:19:59.886" v="456" actId="20577"/>
          <ac:spMkLst>
            <pc:docMk/>
            <pc:sldMk cId="0" sldId="263"/>
            <ac:spMk id="48" creationId="{26E9F5F9-CCF8-6F05-4C01-034C88D7529E}"/>
          </ac:spMkLst>
        </pc:spChg>
      </pc:sldChg>
      <pc:sldChg chg="modSp add del mod">
        <pc:chgData name="erati kalyan" userId="208b16bcebbf39fd" providerId="LiveId" clId="{E840B793-BED8-4626-86AC-33A74F471B02}" dt="2026-03-22T12:26:04.654" v="865"/>
        <pc:sldMkLst>
          <pc:docMk/>
          <pc:sldMk cId="0" sldId="264"/>
        </pc:sldMkLst>
        <pc:spChg chg="mod">
          <ac:chgData name="erati kalyan" userId="208b16bcebbf39fd" providerId="LiveId" clId="{E840B793-BED8-4626-86AC-33A74F471B02}" dt="2026-03-22T12:26:04.654" v="865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erati kalyan" userId="208b16bcebbf39fd" providerId="LiveId" clId="{E840B793-BED8-4626-86AC-33A74F471B02}" dt="2026-03-22T12:43:54.512" v="1149"/>
        <pc:sldMkLst>
          <pc:docMk/>
          <pc:sldMk cId="1998101144" sldId="266"/>
        </pc:sldMkLst>
        <pc:spChg chg="add del mod">
          <ac:chgData name="erati kalyan" userId="208b16bcebbf39fd" providerId="LiveId" clId="{E840B793-BED8-4626-86AC-33A74F471B02}" dt="2026-03-22T12:43:54.512" v="1149"/>
          <ac:spMkLst>
            <pc:docMk/>
            <pc:sldMk cId="1998101144" sldId="266"/>
            <ac:spMk id="44" creationId="{9EC6A4DA-6D4B-3E6A-CF92-E543DD7AFBF5}"/>
          </ac:spMkLst>
        </pc:spChg>
        <pc:picChg chg="add del mod">
          <ac:chgData name="erati kalyan" userId="208b16bcebbf39fd" providerId="LiveId" clId="{E840B793-BED8-4626-86AC-33A74F471B02}" dt="2026-03-22T12:34:04.732" v="890" actId="478"/>
          <ac:picMkLst>
            <pc:docMk/>
            <pc:sldMk cId="1998101144" sldId="266"/>
            <ac:picMk id="3" creationId="{F7BA7CF7-560E-B6A7-57C0-2488385A49D8}"/>
          </ac:picMkLst>
        </pc:picChg>
        <pc:picChg chg="add mod">
          <ac:chgData name="erati kalyan" userId="208b16bcebbf39fd" providerId="LiveId" clId="{E840B793-BED8-4626-86AC-33A74F471B02}" dt="2026-03-22T12:42:43.398" v="1124" actId="14100"/>
          <ac:picMkLst>
            <pc:docMk/>
            <pc:sldMk cId="1998101144" sldId="266"/>
            <ac:picMk id="5" creationId="{4B97DC7B-68B0-D936-606F-6F6C52741D36}"/>
          </ac:picMkLst>
        </pc:picChg>
      </pc:sldChg>
      <pc:sldChg chg="addSp modSp mod ord">
        <pc:chgData name="erati kalyan" userId="208b16bcebbf39fd" providerId="LiveId" clId="{E840B793-BED8-4626-86AC-33A74F471B02}" dt="2026-03-22T12:41:31.989" v="1076" actId="20577"/>
        <pc:sldMkLst>
          <pc:docMk/>
          <pc:sldMk cId="47544820" sldId="267"/>
        </pc:sldMkLst>
        <pc:spChg chg="mod">
          <ac:chgData name="erati kalyan" userId="208b16bcebbf39fd" providerId="LiveId" clId="{E840B793-BED8-4626-86AC-33A74F471B02}" dt="2026-03-22T12:41:31.989" v="1076" actId="20577"/>
          <ac:spMkLst>
            <pc:docMk/>
            <pc:sldMk cId="47544820" sldId="267"/>
            <ac:spMk id="44" creationId="{6C0EA81E-D408-1A06-6895-1BF3CA09E497}"/>
          </ac:spMkLst>
        </pc:spChg>
        <pc:picChg chg="add mod">
          <ac:chgData name="erati kalyan" userId="208b16bcebbf39fd" providerId="LiveId" clId="{E840B793-BED8-4626-86AC-33A74F471B02}" dt="2026-03-22T12:40:12.626" v="1065" actId="1076"/>
          <ac:picMkLst>
            <pc:docMk/>
            <pc:sldMk cId="47544820" sldId="267"/>
            <ac:picMk id="3" creationId="{B43C2A1C-4CB7-9CBE-EC7A-79FB3FBF6C5B}"/>
          </ac:picMkLst>
        </pc:picChg>
      </pc:sldChg>
      <pc:sldChg chg="addSp modSp mod">
        <pc:chgData name="erati kalyan" userId="208b16bcebbf39fd" providerId="LiveId" clId="{E840B793-BED8-4626-86AC-33A74F471B02}" dt="2026-03-22T12:53:02.841" v="1234" actId="113"/>
        <pc:sldMkLst>
          <pc:docMk/>
          <pc:sldMk cId="84889951" sldId="268"/>
        </pc:sldMkLst>
        <pc:spChg chg="mod">
          <ac:chgData name="erati kalyan" userId="208b16bcebbf39fd" providerId="LiveId" clId="{E840B793-BED8-4626-86AC-33A74F471B02}" dt="2026-03-22T12:53:02.841" v="1234" actId="113"/>
          <ac:spMkLst>
            <pc:docMk/>
            <pc:sldMk cId="84889951" sldId="268"/>
            <ac:spMk id="44" creationId="{341A1FDE-E3AB-682A-64B7-DA145F23EB91}"/>
          </ac:spMkLst>
        </pc:spChg>
        <pc:picChg chg="add mod">
          <ac:chgData name="erati kalyan" userId="208b16bcebbf39fd" providerId="LiveId" clId="{E840B793-BED8-4626-86AC-33A74F471B02}" dt="2026-03-22T12:51:52.648" v="1191" actId="1076"/>
          <ac:picMkLst>
            <pc:docMk/>
            <pc:sldMk cId="84889951" sldId="268"/>
            <ac:picMk id="3" creationId="{BA66C526-750A-1CAA-EBB6-5FF65677F9FE}"/>
          </ac:picMkLst>
        </pc:picChg>
        <pc:picChg chg="add mod">
          <ac:chgData name="erati kalyan" userId="208b16bcebbf39fd" providerId="LiveId" clId="{E840B793-BED8-4626-86AC-33A74F471B02}" dt="2026-03-22T12:51:36.494" v="1189" actId="14100"/>
          <ac:picMkLst>
            <pc:docMk/>
            <pc:sldMk cId="84889951" sldId="268"/>
            <ac:picMk id="5" creationId="{2C992299-1F6B-747E-615B-59A4E70C3D06}"/>
          </ac:picMkLst>
        </pc:picChg>
      </pc:sldChg>
      <pc:sldChg chg="addSp delSp modSp mod ord">
        <pc:chgData name="erati kalyan" userId="208b16bcebbf39fd" providerId="LiveId" clId="{E840B793-BED8-4626-86AC-33A74F471B02}" dt="2026-03-22T12:39:45.177" v="1062"/>
        <pc:sldMkLst>
          <pc:docMk/>
          <pc:sldMk cId="3981187392" sldId="269"/>
        </pc:sldMkLst>
        <pc:spChg chg="mod">
          <ac:chgData name="erati kalyan" userId="208b16bcebbf39fd" providerId="LiveId" clId="{E840B793-BED8-4626-86AC-33A74F471B02}" dt="2026-03-22T12:37:32.339" v="1036" actId="20577"/>
          <ac:spMkLst>
            <pc:docMk/>
            <pc:sldMk cId="3981187392" sldId="269"/>
            <ac:spMk id="44" creationId="{746F2C30-13B1-3754-C147-D58A899BC459}"/>
          </ac:spMkLst>
        </pc:spChg>
        <pc:picChg chg="add mod">
          <ac:chgData name="erati kalyan" userId="208b16bcebbf39fd" providerId="LiveId" clId="{E840B793-BED8-4626-86AC-33A74F471B02}" dt="2026-03-22T12:35:54.910" v="1018" actId="1076"/>
          <ac:picMkLst>
            <pc:docMk/>
            <pc:sldMk cId="3981187392" sldId="269"/>
            <ac:picMk id="3" creationId="{D476B0C2-6A90-1388-1ABE-2B1044D6EE47}"/>
          </ac:picMkLst>
        </pc:picChg>
        <pc:picChg chg="add del mod">
          <ac:chgData name="erati kalyan" userId="208b16bcebbf39fd" providerId="LiveId" clId="{E840B793-BED8-4626-86AC-33A74F471B02}" dt="2026-03-22T12:36:37.351" v="1024" actId="931"/>
          <ac:picMkLst>
            <pc:docMk/>
            <pc:sldMk cId="3981187392" sldId="269"/>
            <ac:picMk id="5" creationId="{901CD7A4-825A-5B8B-AE92-B5930F16259B}"/>
          </ac:picMkLst>
        </pc:picChg>
        <pc:picChg chg="add del mod">
          <ac:chgData name="erati kalyan" userId="208b16bcebbf39fd" providerId="LiveId" clId="{E840B793-BED8-4626-86AC-33A74F471B02}" dt="2026-03-22T12:36:46.813" v="1029" actId="931"/>
          <ac:picMkLst>
            <pc:docMk/>
            <pc:sldMk cId="3981187392" sldId="269"/>
            <ac:picMk id="38" creationId="{A28A8811-09AE-2A5C-A44A-7BBB5F91D7B1}"/>
          </ac:picMkLst>
        </pc:picChg>
      </pc:sldChg>
      <pc:sldChg chg="modSp mod">
        <pc:chgData name="erati kalyan" userId="208b16bcebbf39fd" providerId="LiveId" clId="{E840B793-BED8-4626-86AC-33A74F471B02}" dt="2026-03-22T12:28:07.661" v="881"/>
        <pc:sldMkLst>
          <pc:docMk/>
          <pc:sldMk cId="1838976791" sldId="270"/>
        </pc:sldMkLst>
        <pc:spChg chg="mod">
          <ac:chgData name="erati kalyan" userId="208b16bcebbf39fd" providerId="LiveId" clId="{E840B793-BED8-4626-86AC-33A74F471B02}" dt="2026-03-22T12:28:07.661" v="881"/>
          <ac:spMkLst>
            <pc:docMk/>
            <pc:sldMk cId="1838976791" sldId="270"/>
            <ac:spMk id="33" creationId="{7255F880-CDB2-F9ED-51FF-5B88261704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TITLE:Academic</a:t>
            </a:r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 Event &amp; Registration Portal</a:t>
            </a: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E.kalyan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VTU25414 – Reg.No.23UECS0004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Dr.M</a:t>
            </a:r>
            <a:r>
              <a:rPr 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 .MAGESHWARI.(TTS4041)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Campus events often rely on fragmented communication like posters and manual registration processes.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Centralizing this information improves student engagement and administrative efficiency.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Universities need modern, accessible platforms to manage extracurriculars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project is a responsive, 3-tier web application that allows students to securely discover and register for campus events.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E2F68B-15BC-767C-3004-FCE467B5D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Universities need modern, accessible platforms to manage extracurriculars.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Currently, academic and cultural events are managed through disjointed channels, leading to low visibility.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manual registration process causes inefficiency, potential data loss, and a poor user experience.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Organizers struggle to track participant data and manage event capacities effectively.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There is a clear need for a centralized, automated web portal to streamline event discovery and secure student registrations in real-time.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dynamic, full-stack web application that centralizes campus event discovery and categorization.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To implement a secure, automated registration system that captures student data seamlessly using a MySQL backend and Node.js REST API.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Tx/>
              <a:buChar char="-"/>
            </a:pPr>
            <a:r>
              <a:rPr lang="en-US" sz="2800" dirty="0"/>
              <a:t>A complete 3-tier architecture application (Frontend, Backend, Database).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User authentication system for secure student login and sign-up.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Interactive dashboard with real-time search and category filtering (Technical, Cultural, Seminar).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 Dynamic data retrieval from a centralized MySQL database.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Automated registration form with auto-filled user details via session storage.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Eliminates manual paperwork and fragmented communication.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Provides an intuitive interface using modern HTML5, CSS3, and ES6.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2ECD9-D1DC-E2FA-3617-81C1AFE97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056B8C-8B9D-5F14-CEB6-666D4B80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AC894A0-7887-1407-BAA9-DEE78149F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63978"/>
            <a:ext cx="9753600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3005650" y="1275524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0880C-FE20-AFF7-B591-31BDE9B3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015464"/>
            <a:ext cx="9753600" cy="8271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/>
              <a:t>Frontend: </a:t>
            </a:r>
            <a:r>
              <a:rPr lang="en-US" sz="2800" dirty="0"/>
              <a:t>HTML5, CSS3, JavaScript (React or Bootstrap for styling).</a:t>
            </a:r>
          </a:p>
          <a:p>
            <a:pPr marL="457200" indent="-457200">
              <a:buFontTx/>
              <a:buChar char="-"/>
            </a:pPr>
            <a:r>
              <a:rPr lang="en-US" sz="2800" b="1" dirty="0"/>
              <a:t>Backend: </a:t>
            </a:r>
            <a:r>
              <a:rPr lang="en-IN" sz="2800" dirty="0"/>
              <a:t>Node.js, Express.js (REST APIs)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b="1" dirty="0"/>
              <a:t>Database:  </a:t>
            </a:r>
            <a:r>
              <a:rPr lang="en-IN" sz="2800" dirty="0"/>
              <a:t>MySQL 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b="1" dirty="0"/>
              <a:t>Tools: </a:t>
            </a:r>
            <a:r>
              <a:rPr lang="en-IN" sz="2800" dirty="0"/>
              <a:t>VS Code, MySQL Workbench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b="1" dirty="0"/>
              <a:t>Hardware/Software Requirements: </a:t>
            </a:r>
            <a:r>
              <a:rPr lang="en-US" sz="2800" dirty="0"/>
              <a:t>Windows/macOS, Modern Web Browser, Node Runtime Environment.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C49831-BD4C-357E-F6E1-3F5BF5B29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or PostgreSQL.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5AA69-4EBD-E5DE-BD41-ABFC34C9F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5875" y="-112345"/>
            <a:ext cx="3770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----- Example for reference only ---- (Change according to your project)</a:t>
            </a:r>
          </a:p>
          <a:p>
            <a:endParaRPr lang="en-IN" sz="2800" b="1" dirty="0"/>
          </a:p>
          <a:p>
            <a:r>
              <a:rPr lang="en-IN" sz="2800" b="1" dirty="0"/>
              <a:t>Module 1: User Management &amp; Authentication</a:t>
            </a:r>
          </a:p>
          <a:p>
            <a:r>
              <a:rPr lang="en-US" sz="2800" dirty="0"/>
              <a:t>Handles student sign-up, secure login verification, and browser session state management.</a:t>
            </a:r>
            <a:endParaRPr lang="en-IN" sz="2800" b="1" dirty="0"/>
          </a:p>
          <a:p>
            <a:r>
              <a:rPr lang="en-IN" sz="2800" b="1" dirty="0"/>
              <a:t>Module 2: Dynamic Event Dashboard</a:t>
            </a:r>
          </a:p>
          <a:p>
            <a:r>
              <a:rPr lang="en-US" sz="2800" dirty="0"/>
              <a:t>. Retrieves event data, renders dynamic UI cards, and processes live search and category filtering.</a:t>
            </a:r>
            <a:endParaRPr lang="en-IN" sz="2800" dirty="0"/>
          </a:p>
          <a:p>
            <a:r>
              <a:rPr lang="en-IN" sz="2800" b="1" dirty="0"/>
              <a:t>Module 3: Registration Engine</a:t>
            </a:r>
          </a:p>
          <a:p>
            <a:r>
              <a:rPr lang="en-US" sz="2800" dirty="0"/>
              <a:t>Manages the modal popup, captures VTU credentials, and successfully posts data to the backend API.</a:t>
            </a:r>
            <a:endParaRPr lang="en-IN" sz="2800" dirty="0"/>
          </a:p>
          <a:p>
            <a:r>
              <a:rPr lang="en-IN" sz="2800" b="1" dirty="0"/>
              <a:t>Module 4: Database Management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.</a:t>
            </a:r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algn="ctr"/>
            <a:endParaRPr lang="en-US" sz="2800" dirty="0"/>
          </a:p>
          <a:p>
            <a:pPr marL="457200" indent="-457200" algn="ctr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r>
              <a:rPr lang="en-IN" sz="2800" b="1" dirty="0"/>
              <a:t>Login page</a:t>
            </a:r>
          </a:p>
          <a:p>
            <a:pPr marL="457200" indent="-457200" algn="ctr">
              <a:buFontTx/>
              <a:buChar char="-"/>
            </a:pPr>
            <a:endParaRPr lang="en-IN" sz="2800" b="1" dirty="0"/>
          </a:p>
          <a:p>
            <a:pPr marL="457200" indent="-457200">
              <a:buFontTx/>
              <a:buChar char="-"/>
            </a:pPr>
            <a:r>
              <a:rPr lang="en-IN" sz="2800" b="1" dirty="0"/>
              <a:t> </a:t>
            </a:r>
            <a:r>
              <a:rPr lang="en-US" sz="2800" dirty="0"/>
              <a:t>Secure user authentication and account creation interface</a:t>
            </a:r>
            <a:endParaRPr lang="en-IN" sz="2800" b="1" dirty="0"/>
          </a:p>
          <a:p>
            <a:pPr marL="457200" indent="-457200">
              <a:buFontTx/>
              <a:buChar char="-"/>
            </a:pPr>
            <a:endParaRPr lang="en-IN" sz="2800" b="1" dirty="0"/>
          </a:p>
          <a:p>
            <a:pPr marL="457200" indent="-457200">
              <a:buFontTx/>
              <a:buChar char="-"/>
            </a:pPr>
            <a:endParaRPr lang="en-IN" sz="2800" b="1" dirty="0"/>
          </a:p>
          <a:p>
            <a:pPr marL="457200" indent="-457200">
              <a:buFontTx/>
              <a:buChar char="-"/>
            </a:pPr>
            <a:endParaRPr lang="en-IN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6B0C2-6A90-1388-1ABE-2B1044D6E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662" y="1695376"/>
            <a:ext cx="8610600" cy="510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343149" y="1666385"/>
            <a:ext cx="1410362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 algn="ctr">
              <a:buFontTx/>
              <a:buChar char="-"/>
            </a:pPr>
            <a:r>
              <a:rPr lang="en-IN" sz="2800" b="1" dirty="0"/>
              <a:t>Main Dashboard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 dynamic event dashboard featuring category filtering and search capabilities.</a:t>
            </a:r>
            <a:endParaRPr lang="en-US" sz="2800" b="1" dirty="0"/>
          </a:p>
          <a:p>
            <a:pPr marL="457200" indent="-457200" algn="ctr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3C2A1C-4CB7-9CBE-EC7A-79FB3FBF6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533780"/>
            <a:ext cx="12022668" cy="67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 algn="ctr">
              <a:buFontTx/>
              <a:buChar char="-"/>
            </a:pPr>
            <a:r>
              <a:rPr lang="en-IN" sz="2800" b="1" dirty="0"/>
              <a:t>Registration Modal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Automated registration modal that auto-fills the logged-in student's details.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7DC7B-68B0-D936-606F-6F6C52741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127" y="1750211"/>
            <a:ext cx="10994424" cy="618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pPr algn="ctr"/>
            <a:r>
              <a:rPr lang="en-IN" sz="2800" b="1" dirty="0"/>
              <a:t>Output/Database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6C526-750A-1CAA-EBB6-5FF65677F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736" y="1334090"/>
            <a:ext cx="6705886" cy="8229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992299-1F6B-747E-615B-59A4E70C3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14" y="1334090"/>
            <a:ext cx="7000107" cy="82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55F880-CDB2-F9ED-51FF-5B88261704BE}"/>
              </a:ext>
            </a:extLst>
          </p:cNvPr>
          <p:cNvSpPr txBox="1"/>
          <p:nvPr/>
        </p:nvSpPr>
        <p:spPr>
          <a:xfrm>
            <a:off x="2745240" y="2156822"/>
            <a:ext cx="140411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Advantages:</a:t>
            </a:r>
          </a:p>
          <a:p>
            <a:r>
              <a:rPr lang="en-US" sz="2800" dirty="0"/>
              <a:t>Real-time event updates and paperless registration.</a:t>
            </a:r>
          </a:p>
          <a:p>
            <a:r>
              <a:rPr lang="en-US" sz="2800" dirty="0"/>
              <a:t>Centralized data access for both students and organizers..</a:t>
            </a:r>
          </a:p>
          <a:p>
            <a:r>
              <a:rPr lang="en-US" sz="2800" dirty="0"/>
              <a:t>Highly scalable architecture separating the frontend UI from backend data</a:t>
            </a:r>
          </a:p>
          <a:p>
            <a:r>
              <a:rPr lang="en-US" sz="2800" dirty="0"/>
              <a:t>.</a:t>
            </a:r>
          </a:p>
          <a:p>
            <a:r>
              <a:rPr lang="en-US" sz="2800" b="1" dirty="0"/>
              <a:t>Limitations:</a:t>
            </a:r>
          </a:p>
          <a:p>
            <a:r>
              <a:rPr lang="en-IN" sz="2800" dirty="0"/>
              <a:t>Requires a constant internet connection to function.</a:t>
            </a:r>
          </a:p>
          <a:p>
            <a:r>
              <a:rPr lang="en-US" sz="2800" dirty="0"/>
              <a:t>Lacks an integrated payment gateway for events that require a fee.</a:t>
            </a:r>
          </a:p>
          <a:p>
            <a:r>
              <a:rPr lang="en-US" sz="2800" dirty="0"/>
              <a:t>Passwords are currently stored in plain text (can be upgraded with hashing in future iterations).</a:t>
            </a:r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756</Words>
  <Application>Microsoft Office PowerPoint</Application>
  <PresentationFormat>Custom</PresentationFormat>
  <Paragraphs>302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 Bold Italics</vt:lpstr>
      <vt:lpstr>Bookman Old Style</vt:lpstr>
      <vt:lpstr>Gotham</vt:lpstr>
      <vt:lpstr>Arial</vt:lpstr>
      <vt:lpstr>Calibri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erati kalyan</cp:lastModifiedBy>
  <cp:revision>11</cp:revision>
  <dcterms:created xsi:type="dcterms:W3CDTF">2006-08-16T00:00:00Z</dcterms:created>
  <dcterms:modified xsi:type="dcterms:W3CDTF">2026-03-22T12:53:10Z</dcterms:modified>
  <dc:identifier>DAHCaYqJ9OU</dc:identifier>
</cp:coreProperties>
</file>